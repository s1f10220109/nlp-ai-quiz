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5" y="5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2FD9E9-4274-74B1-1899-69C15CDAD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B1C2B24-6A3A-D897-1302-1796F35B2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A3CC70-98D9-720A-AF57-B41802F6D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9A2-0D7D-4B37-BF63-D75B67BF37A0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D77ABE-F86F-5D30-AD3F-59C733EF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BF3CFC-60D9-4CB1-FBDE-9A1FAD2E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607-4243-463B-B509-1F5C8D6A4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7890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FEC76B-9C10-0963-0D97-2812695FE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C1CAC3-D94F-2C91-B34D-F109CE605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85C71F-9C3A-03B3-078B-C734531BF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9A2-0D7D-4B37-BF63-D75B67BF37A0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C7A2FF-C77D-82F0-2898-41BE30785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4F13D5-F6AA-1C2B-DEC6-4B5924768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607-4243-463B-B509-1F5C8D6A4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0531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ECC310-EC2E-3A86-E104-B011F3FF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1159C6-142F-5C52-E858-53B7B4AA9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2D9D21-2472-3E75-7F3F-41BB4A0E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9A2-0D7D-4B37-BF63-D75B67BF37A0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55D2DC-0B6E-EBDE-D8E9-9018BA87F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00B2D2-D96E-3E70-7E88-8E701810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607-4243-463B-B509-1F5C8D6A4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914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48D1F4-9943-C9C4-E630-5072A9C7F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54FC67-31C9-B325-BD90-F41103F61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AD48AF9-D44B-5B2A-2B7E-F0B1655F7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6E200AB-B0B9-4331-71D9-1E7EDD8FE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9A2-0D7D-4B37-BF63-D75B67BF37A0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BB5827-0FCF-3A4C-268E-EF8F86AE2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2943B3-7149-7E90-26FF-E840C9D14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607-4243-463B-B509-1F5C8D6A4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6163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2A865F-8FB3-BDE8-AAFD-BE9FF6AA1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564230-DD31-7B24-229C-6F3F6EEA2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1D8C098-6033-F0CE-39A3-07FAA4027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DB1B0EF-BB32-2135-762B-5A57EBFDA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F20C420-DA5F-0FBB-548C-F8C576CF6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059AAF2-1695-215D-7ED9-F8D615B52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9A2-0D7D-4B37-BF63-D75B67BF37A0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EE13239-EF69-DD64-31B6-F6EE75EE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D9BD9F2-F48F-8E48-B653-D7F781D69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607-4243-463B-B509-1F5C8D6A4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1167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953758-A82C-773A-8276-77633B7BF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2E3EC4-D7C8-470C-B554-CA261EA50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9A2-0D7D-4B37-BF63-D75B67BF37A0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31D3745-D898-1398-1AA7-A82E3B4DA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B568C47-1E8E-143D-B36F-550A5AC1F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607-4243-463B-B509-1F5C8D6A4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1587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06CD84F-D826-7894-38F0-74AC6E633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9A2-0D7D-4B37-BF63-D75B67BF37A0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E030031-9B14-F609-76AA-FD10BF2F3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3113A5-FACA-4948-EC28-2B3C78641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607-4243-463B-B509-1F5C8D6A4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503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F4CAC7-EBCC-1F1D-9E8D-E3C14DCEC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CAFD7C-6C75-4BB5-2F49-D178A1230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91771F2-12B7-BD27-4EFC-C73433B6F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2D4A29-0867-DC7F-7258-1CFC925F6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9A2-0D7D-4B37-BF63-D75B67BF37A0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DF8000-BA0E-DFE1-9BFD-74EF33C28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32040A-F4DC-B687-7BA4-37C7CC3C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607-4243-463B-B509-1F5C8D6A4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7118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41D949-4017-EAD8-60C0-5C8F02655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FCCDF54-6DB2-9FFA-D047-297A12F35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912105A-57F7-BA28-B43B-5CAA457D6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B89F0C-1F26-03A7-D6BA-C7AE7D20B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9A2-0D7D-4B37-BF63-D75B67BF37A0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F0792C-FF59-FFE7-62F9-20D236BD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194CDE7-7885-FD4B-C540-B34073B8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607-4243-463B-B509-1F5C8D6A4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1153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7533A4-8B9B-652E-6AAF-0CA25F57C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E59266D-0A2A-2637-C8B7-DA77176A7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796E81-EC9E-AB5C-EFA1-D0DE9EFED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9A2-0D7D-4B37-BF63-D75B67BF37A0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DE11E5-F863-8096-680A-11F7DA93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625FFB-8233-3BA7-756A-430AD97C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607-4243-463B-B509-1F5C8D6A4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6233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2E81C6A-2B98-4385-8AF3-CF39325171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DE0B66E-3ACD-2E35-30E6-9A28B00C3F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14374D-499F-4B41-ACA9-C801E4625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9A2-0D7D-4B37-BF63-D75B67BF37A0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FEFE03-9B0D-9558-9E44-BA82A17D6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C9A38D-F49A-6E8F-2C83-DB02AC835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607-4243-463B-B509-1F5C8D6A4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658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E16A425-23C2-7FCF-599F-34546B4D6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7DDE7D-B8AE-FB97-09C4-CB14192D3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6F2028-75A1-A2F8-52C0-299DDF588E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E49A2-0D7D-4B37-BF63-D75B67BF37A0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8235F0-0910-AF8F-9DAB-2AC0331A0D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601065-B17A-0A53-E916-D762F5AFFF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AC0607-4243-463B-B509-1F5C8D6A4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20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CEBFBF-6A71-CB69-5FD6-3DB3F57DD8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/>
              <a:t>ユーザーエクスペリエンス論</a:t>
            </a:r>
            <a:r>
              <a:rPr kumimoji="1" lang="en-US" altLang="ja-JP" sz="4800" dirty="0"/>
              <a:t>B</a:t>
            </a:r>
            <a:endParaRPr kumimoji="1" lang="ja-JP" altLang="en-US" sz="48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F0D4D1F-352F-8FD8-4DAA-ABF6E38365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１</a:t>
            </a:r>
            <a:r>
              <a:rPr kumimoji="1" lang="en-US" altLang="ja-JP" dirty="0"/>
              <a:t>F10220109</a:t>
            </a:r>
            <a:r>
              <a:rPr kumimoji="1" lang="ja-JP" altLang="en-US" dirty="0"/>
              <a:t>　山口　大輔</a:t>
            </a:r>
          </a:p>
        </p:txBody>
      </p:sp>
    </p:spTree>
    <p:extLst>
      <p:ext uri="{BB962C8B-B14F-4D97-AF65-F5344CB8AC3E}">
        <p14:creationId xmlns:p14="http://schemas.microsoft.com/office/powerpoint/2010/main" val="342597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6AFD8D-D133-5CD1-524E-AAB66905B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制作物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5E5853-9D03-CC38-76E6-B73934828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YouTube</a:t>
            </a:r>
            <a:r>
              <a:rPr kumimoji="1" lang="ja-JP" altLang="en-US" dirty="0"/>
              <a:t>の</a:t>
            </a:r>
            <a:r>
              <a:rPr kumimoji="1" lang="en-US" altLang="ja-JP" dirty="0"/>
              <a:t>shorts</a:t>
            </a:r>
            <a:r>
              <a:rPr kumimoji="1" lang="ja-JP" altLang="en-US" dirty="0"/>
              <a:t>を意識して制作してみました。</a:t>
            </a:r>
            <a:br>
              <a:rPr lang="en-US" altLang="ja-JP" dirty="0"/>
            </a:br>
            <a:r>
              <a:rPr lang="ja-JP" altLang="en-US" dirty="0"/>
              <a:t>動画の制作がほぼ初心者のため使い勝手がわかりませんでした。</a:t>
            </a:r>
            <a:endParaRPr lang="en-US" altLang="ja-JP" dirty="0"/>
          </a:p>
          <a:p>
            <a:r>
              <a:rPr kumimoji="1" lang="ja-JP" altLang="en-US" dirty="0"/>
              <a:t>手順は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１原稿を考える</a:t>
            </a:r>
            <a:br>
              <a:rPr lang="en-US" altLang="ja-JP" dirty="0"/>
            </a:br>
            <a:r>
              <a:rPr lang="ja-JP" altLang="en-US" dirty="0"/>
              <a:t>２それを文字に起こしてナレーションにする</a:t>
            </a:r>
            <a:br>
              <a:rPr lang="en-US" altLang="ja-JP" dirty="0"/>
            </a:br>
            <a:r>
              <a:rPr lang="ja-JP" altLang="en-US" dirty="0"/>
              <a:t>３そのナレーションに合うように画像を充てる</a:t>
            </a:r>
            <a:br>
              <a:rPr lang="en-US" altLang="ja-JP" dirty="0"/>
            </a:br>
            <a:r>
              <a:rPr lang="ja-JP" altLang="en-US" dirty="0"/>
              <a:t>４簡単なテキストを挿入して文字を付ける</a:t>
            </a:r>
            <a:br>
              <a:rPr lang="en-US" altLang="ja-JP" dirty="0"/>
            </a:br>
            <a:r>
              <a:rPr lang="ja-JP" altLang="en-US" dirty="0"/>
              <a:t>５動画を見返しながら音や文字の調整を行う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12286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81</Words>
  <Application>Microsoft Office PowerPoint</Application>
  <PresentationFormat>ワイド画面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ユーザーエクスペリエンス論B</vt:lpstr>
      <vt:lpstr>制作物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大輔 山口</dc:creator>
  <cp:lastModifiedBy>大輔 山口</cp:lastModifiedBy>
  <cp:revision>1</cp:revision>
  <dcterms:created xsi:type="dcterms:W3CDTF">2025-11-13T18:53:14Z</dcterms:created>
  <dcterms:modified xsi:type="dcterms:W3CDTF">2025-11-13T19:01:58Z</dcterms:modified>
</cp:coreProperties>
</file>